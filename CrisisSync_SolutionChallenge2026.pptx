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Rectangle 110"/>
          <p:cNvSpPr/>
          <p:nvPr/>
        </p:nvSpPr>
        <p:spPr>
          <a:xfrm>
            <a:off x="347472" y="914400"/>
            <a:ext cx="8449056" cy="420624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47472" y="914400"/>
            <a:ext cx="8449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TEAM DETAILS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47472" y="1426464"/>
            <a:ext cx="8449056" cy="4572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47472" y="1426464"/>
            <a:ext cx="2011680" cy="4572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57200" y="148132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657A"/>
                </a:solidFill>
                <a:latin typeface="Calibri"/>
              </a:rPr>
              <a:t>Team Name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50592" y="1481328"/>
            <a:ext cx="6236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3020"/>
                </a:solidFill>
                <a:latin typeface="Calibri"/>
              </a:rPr>
              <a:t>CrisisSync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47472" y="1920240"/>
            <a:ext cx="84490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47472" y="1920240"/>
            <a:ext cx="2011680" cy="4572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1975104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657A"/>
                </a:solidFill>
                <a:latin typeface="Calibri"/>
              </a:rPr>
              <a:t>Team Leader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450592" y="1975104"/>
            <a:ext cx="6236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6AE0"/>
                </a:solidFill>
                <a:latin typeface="Calibri"/>
              </a:rPr>
              <a:t>Hrithika S — 3rd Year B.Tech IT, SSN College of Engineering, Chennai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47472" y="2414016"/>
            <a:ext cx="8449056" cy="4572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47472" y="2414016"/>
            <a:ext cx="2011680" cy="4572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57200" y="2468880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657A"/>
                </a:solidFill>
                <a:latin typeface="Calibri"/>
              </a:rPr>
              <a:t>Problem Statement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450592" y="2468880"/>
            <a:ext cx="6236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A"/>
                </a:solidFill>
                <a:latin typeface="Calibri"/>
              </a:rPr>
              <a:t>[Rapid Crisis Response] Accelerated Emergency Response and Crisis Coordination in Hospitality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47472" y="2907792"/>
            <a:ext cx="84490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47472" y="2907792"/>
            <a:ext cx="2011680" cy="4572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57200" y="2962656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657A"/>
                </a:solidFill>
                <a:latin typeface="Calibri"/>
              </a:rPr>
              <a:t>Track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450592" y="2962656"/>
            <a:ext cx="6236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A"/>
                </a:solidFill>
                <a:latin typeface="Calibri"/>
              </a:rPr>
              <a:t>Rapid Crisis Response · Open Innovation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7472" y="3401568"/>
            <a:ext cx="8449056" cy="4572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47472" y="3401568"/>
            <a:ext cx="2011680" cy="4572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57200" y="3456432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657A"/>
                </a:solidFill>
                <a:latin typeface="Calibri"/>
              </a:rPr>
              <a:t>Google AI Used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450592" y="3456432"/>
            <a:ext cx="6236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A260"/>
                </a:solidFill>
                <a:latin typeface="Calibri"/>
              </a:rPr>
              <a:t>Gemini 1.5 Pro · Vertex AI · Cloud Vision AI · Google TTS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47472" y="3895344"/>
            <a:ext cx="84490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47472" y="3895344"/>
            <a:ext cx="2011680" cy="4572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3950207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657A"/>
                </a:solidFill>
                <a:latin typeface="Calibri"/>
              </a:rPr>
              <a:t>Cloud Deployed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450592" y="3950207"/>
            <a:ext cx="6236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242D8"/>
                </a:solidFill>
                <a:latin typeface="Calibri"/>
              </a:rPr>
              <a:t>Google Cloud Run · Firebase Hosting · Cloud Pub/Sub · BigQuery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Rectangle 116"/>
          <p:cNvSpPr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CrisisSync — Solution Brief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7472" y="1316736"/>
            <a:ext cx="84490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21A2A"/>
                </a:solidFill>
                <a:latin typeface="Calibri"/>
              </a:rPr>
              <a:t>An AI-powered, real-time emergency coordination platform for hospitality venues. CrisisSync unifies multi-channel incident detection (IoT, CCTV, guest SOS, staff reports) with Gemini 1.5 Pro triage, Firebase live sync, and Google Maps routing — cutting mean response time from 8–12 minutes to under 60 seconds.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47472" y="2121408"/>
            <a:ext cx="2724912" cy="129844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47472" y="2121408"/>
            <a:ext cx="2724912" cy="64008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7200" y="2231136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020"/>
                </a:solidFill>
                <a:latin typeface="Cambria"/>
              </a:rPr>
              <a:t>Detect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7200" y="2542032"/>
            <a:ext cx="25054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IoT sensors, CCTV AI, guest SOS button, voice alerts — all funnelled into one unified real-time stream via Cloud Pub/Sub.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200400" y="2121408"/>
            <a:ext cx="2724912" cy="129844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200400" y="2121408"/>
            <a:ext cx="2724912" cy="64008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310128" y="2231136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86AE0"/>
                </a:solidFill>
                <a:latin typeface="Cambria"/>
              </a:rPr>
              <a:t>Triage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10128" y="2542032"/>
            <a:ext cx="25054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Gemini 1.5 Pro classifies severity (P0–P3), assigns nearest staff, drafts multilingual PA broadcast in under 3 seconds.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053328" y="2121408"/>
            <a:ext cx="2724912" cy="129844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053328" y="2121408"/>
            <a:ext cx="2724912" cy="64008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163056" y="2231136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A260"/>
                </a:solidFill>
                <a:latin typeface="Cambria"/>
              </a:rPr>
              <a:t>Coordinate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63056" y="2542032"/>
            <a:ext cx="25054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Firebase RTDB pushes live updates to every staff device (&lt;100ms latency). Command dashboard shows full situational awareness.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47472" y="3493008"/>
            <a:ext cx="2724912" cy="129844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47472" y="3493008"/>
            <a:ext cx="2724912" cy="64008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57200" y="3602736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810"/>
                </a:solidFill>
                <a:latin typeface="Cambria"/>
              </a:rPr>
              <a:t>Respond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7200" y="3913632"/>
            <a:ext cx="25054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Google Maps Platform + Cloud Functions alert 112/fire/ambulance with GPS location, guest count, and dynamic evacuation routes.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00400" y="3493008"/>
            <a:ext cx="2724912" cy="129844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200400" y="3493008"/>
            <a:ext cx="2724912" cy="64008"/>
          </a:xfrm>
          <a:prstGeom prst="rect">
            <a:avLst/>
          </a:prstGeom>
          <a:solidFill>
            <a:srgbClr val="824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310128" y="3602736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242D8"/>
                </a:solidFill>
                <a:latin typeface="Cambria"/>
              </a:rPr>
              <a:t>Analyse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10128" y="3913632"/>
            <a:ext cx="25054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BigQuery + Looker Studio generates post-incident reports: mean response time, zone heatmaps, staff efficiency KPIs.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053328" y="3493008"/>
            <a:ext cx="2724912" cy="129844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053328" y="3493008"/>
            <a:ext cx="2724912" cy="64008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163056" y="3602736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B6E"/>
                </a:solidFill>
                <a:latin typeface="Cambria"/>
              </a:rPr>
              <a:t>Secure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63056" y="3913632"/>
            <a:ext cx="25054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Cloud IAM, Firebase Security Rules, end-to-end encryption, GDPR-compliant data handling, full Firestore audit trail.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Rectangle 122"/>
          <p:cNvSpPr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mbria"/>
              </a:rPr>
              <a:t>Opportunities &amp; Unique Value Proposition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47472" y="1316736"/>
            <a:ext cx="2724912" cy="365760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38912" y="1316736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mbria"/>
              </a:rPr>
              <a:t>How Is It DIFFERENT?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47472" y="1737360"/>
            <a:ext cx="2724912" cy="603504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47472" y="1737360"/>
            <a:ext cx="64008" cy="603504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93776" y="1792224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Existing tools: walkie-talkies, fragmented radio, manual logs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47472" y="2395728"/>
            <a:ext cx="2724912" cy="603504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47472" y="2395728"/>
            <a:ext cx="64008" cy="603504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93776" y="2450592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CrisisSync: single AI command layer unifying ALL data sources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47472" y="3054096"/>
            <a:ext cx="2724912" cy="603504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47472" y="3054096"/>
            <a:ext cx="64008" cy="603504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93776" y="3108960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First hospitality platform using Gemini AI for live crisis triage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47472" y="3712464"/>
            <a:ext cx="2724912" cy="603504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47472" y="3712464"/>
            <a:ext cx="64008" cy="603504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93776" y="3767328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Edge ML for offline alerting even during network outages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47472" y="4370831"/>
            <a:ext cx="2724912" cy="603504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47472" y="4370831"/>
            <a:ext cx="64008" cy="603504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93776" y="4425695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Multilingual PA broadcast auto-drafted and sent in &lt;3 seconds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200400" y="1316736"/>
            <a:ext cx="2724912" cy="365760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291840" y="1316736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mbria"/>
              </a:rPr>
              <a:t>How Does It SOLVE the Problem?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200400" y="1737360"/>
            <a:ext cx="2724912" cy="603504"/>
          </a:xfrm>
          <a:prstGeom prst="rect">
            <a:avLst/>
          </a:prstGeom>
          <a:solidFill>
            <a:srgbClr val="F9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200400" y="1737360"/>
            <a:ext cx="64008" cy="603504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346704" y="1792224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Cuts mean response time from 8–12 min to under 60 seconds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200400" y="2395728"/>
            <a:ext cx="2724912" cy="603504"/>
          </a:xfrm>
          <a:prstGeom prst="rect">
            <a:avLst/>
          </a:prstGeom>
          <a:solidFill>
            <a:srgbClr val="F9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200400" y="2395728"/>
            <a:ext cx="64008" cy="603504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346704" y="2450592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Eliminates silos via Firebase RTDB across all staff devices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200400" y="3054096"/>
            <a:ext cx="2724912" cy="603504"/>
          </a:xfrm>
          <a:prstGeom prst="rect">
            <a:avLst/>
          </a:prstGeom>
          <a:solidFill>
            <a:srgbClr val="F9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200400" y="3054096"/>
            <a:ext cx="64008" cy="603504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346704" y="3108960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Gemini auto-assigns nearest qualified staff — no manual errors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200400" y="3712464"/>
            <a:ext cx="2724912" cy="603504"/>
          </a:xfrm>
          <a:prstGeom prst="rect">
            <a:avLst/>
          </a:prstGeom>
          <a:solidFill>
            <a:srgbClr val="F9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200400" y="3712464"/>
            <a:ext cx="64008" cy="603504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346704" y="3767328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Smart evacuation routing via Google Maps with crowd density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200400" y="4370831"/>
            <a:ext cx="2724912" cy="603504"/>
          </a:xfrm>
          <a:prstGeom prst="rect">
            <a:avLst/>
          </a:prstGeom>
          <a:solidFill>
            <a:srgbClr val="F9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200400" y="4370831"/>
            <a:ext cx="64008" cy="603504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346704" y="4425695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Predictive risk scoring via Vertex AI flags threats before SOS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053328" y="1316736"/>
            <a:ext cx="2724912" cy="365760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144768" y="1316736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mbria"/>
              </a:rPr>
              <a:t>USP of CrisisSync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053328" y="1737360"/>
            <a:ext cx="2724912" cy="603504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053328" y="1737360"/>
            <a:ext cx="64008" cy="603504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99632" y="1792224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Gemini 1.5 Pro decision support — not just alerting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053328" y="2395728"/>
            <a:ext cx="2724912" cy="603504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053328" y="2395728"/>
            <a:ext cx="64008" cy="603504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199632" y="2450592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Cloud Run auto-scales to 10,000+ concurrent incidents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053328" y="3054096"/>
            <a:ext cx="2724912" cy="603504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053328" y="3054096"/>
            <a:ext cx="64008" cy="603504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99632" y="3108960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Flutter Web+Mobile — one codebase for all staff devices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053328" y="3712464"/>
            <a:ext cx="2724912" cy="603504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053328" y="3712464"/>
            <a:ext cx="64008" cy="603504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199632" y="3767328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Full immutable BigQuery audit trail — legally defensible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053328" y="4370831"/>
            <a:ext cx="2724912" cy="603504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053328" y="4370831"/>
            <a:ext cx="64008" cy="603504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99632" y="4425695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Works offline via Cloud IoT Core edge fallback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Rectangle 128"/>
          <p:cNvSpPr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mbria"/>
              </a:rPr>
              <a:t>Core Features — CrisisSync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47472" y="1316736"/>
            <a:ext cx="4169663" cy="658368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47472" y="1316736"/>
            <a:ext cx="64008" cy="658368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12064" y="1362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3020"/>
                </a:solidFill>
                <a:latin typeface="Cambria"/>
              </a:rPr>
              <a:t>SOS Guest Button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12064" y="1645919"/>
            <a:ext cx="3913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One-tap SOS on hotel app, in-room panel, or QR code. Auto-geotags location + severity.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63440" y="1316736"/>
            <a:ext cx="4169663" cy="658368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63440" y="1316736"/>
            <a:ext cx="64008" cy="658368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828031" y="1362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86AE0"/>
                </a:solidFill>
                <a:latin typeface="Cambria"/>
              </a:rPr>
              <a:t>Gemini AI Triage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28031" y="1645919"/>
            <a:ext cx="3913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Classifies type &amp; severity (P0–P3), assigns protocol, drafts PA in 3s. Zero manual input.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47472" y="2029967"/>
            <a:ext cx="4169663" cy="658368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47472" y="2029967"/>
            <a:ext cx="64008" cy="658368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12064" y="20756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A260"/>
                </a:solidFill>
                <a:latin typeface="Cambria"/>
              </a:rPr>
              <a:t>Real-Time Staff Dispatch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12064" y="2359151"/>
            <a:ext cx="3913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Firebase RTDB pushes role-matched alerts to nearest available staff in &lt;100ms.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663440" y="2029967"/>
            <a:ext cx="4169663" cy="658368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663440" y="2029967"/>
            <a:ext cx="64008" cy="658368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828031" y="20756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7810"/>
                </a:solidFill>
                <a:latin typeface="Cambria"/>
              </a:rPr>
              <a:t>IoT Sensor Integration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28031" y="2359151"/>
            <a:ext cx="3913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Smoke/heat/flood sensors, AED monitoring, CCTV motion AI — all live on one dashboard.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47472" y="2743200"/>
            <a:ext cx="4169663" cy="658368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47472" y="2743200"/>
            <a:ext cx="64008" cy="658368"/>
          </a:xfrm>
          <a:prstGeom prst="rect">
            <a:avLst/>
          </a:prstGeom>
          <a:solidFill>
            <a:srgbClr val="824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12064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242D8"/>
                </a:solidFill>
                <a:latin typeface="Cambria"/>
              </a:rPr>
              <a:t>Emergency Bridge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12064" y="3072384"/>
            <a:ext cx="3913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One-click 112/fire/ambulance alert with GPS + guest count via Cloud Pub/Sub.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663440" y="2743200"/>
            <a:ext cx="4169663" cy="658368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663440" y="2743200"/>
            <a:ext cx="64008" cy="658368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828031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3020"/>
                </a:solidFill>
                <a:latin typeface="Cambria"/>
              </a:rPr>
              <a:t>Multilingual PA Broadcast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828031" y="3072384"/>
            <a:ext cx="3913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Gemini translates PA to 12 languages; Google TTS broadcasts over hotel PA system.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47472" y="3456432"/>
            <a:ext cx="4169663" cy="658368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47472" y="3456432"/>
            <a:ext cx="64008" cy="658368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12064" y="35021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86AE0"/>
                </a:solidFill>
                <a:latin typeface="Cambria"/>
              </a:rPr>
              <a:t>Evacuation Route Mapping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12064" y="3785615"/>
            <a:ext cx="3913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Maps Platform draws optimal exits respecting blocked zones in real time.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663440" y="3456432"/>
            <a:ext cx="4169663" cy="658368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4663440" y="3456432"/>
            <a:ext cx="64008" cy="658368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828031" y="35021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A260"/>
                </a:solidFill>
                <a:latin typeface="Cambria"/>
              </a:rPr>
              <a:t>BigQuery Analytics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828031" y="3785615"/>
            <a:ext cx="3913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Mean response time, zone heatmaps, staff efficiency — post-incident reporting.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47472" y="4169664"/>
            <a:ext cx="4169663" cy="658368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47472" y="4169664"/>
            <a:ext cx="64008" cy="658368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12064" y="4215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7810"/>
                </a:solidFill>
                <a:latin typeface="Cambria"/>
              </a:rPr>
              <a:t>Offline Edge Fallback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12064" y="4498848"/>
            <a:ext cx="3913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Cloud IoT Core edge functions ensure basic alerting even with no internet.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663440" y="4169664"/>
            <a:ext cx="4169663" cy="658368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663440" y="4169664"/>
            <a:ext cx="64008" cy="658368"/>
          </a:xfrm>
          <a:prstGeom prst="rect">
            <a:avLst/>
          </a:prstGeom>
          <a:solidFill>
            <a:srgbClr val="824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828031" y="4215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242D8"/>
                </a:solidFill>
                <a:latin typeface="Cambria"/>
              </a:rPr>
              <a:t>Audit &amp; Compliance Trail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828031" y="4498848"/>
            <a:ext cx="3913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Full immutable log in Firestore: timestamps, actions, staff IDs,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Rectangle 134"/>
          <p:cNvSpPr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mbria"/>
              </a:rPr>
              <a:t>Process Flow — Emergency Lifecycle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47472" y="1316736"/>
            <a:ext cx="2724912" cy="1572768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75488" y="1408176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01
DETECT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75488" y="212140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IoT sensors / CCTV AI / Guest SOS / Staff report ingested via Cloud Pub/Sub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108960" y="193852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3020"/>
                </a:solidFill>
                <a:latin typeface="Calibri"/>
              </a:rPr>
              <a:t>→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200400" y="1316736"/>
            <a:ext cx="2724912" cy="1572768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328416" y="1408176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02
INGEST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28416" y="212140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Cloud Run backend streams all signals; de-duplicates and enriches with location data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961888" y="193852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86AE0"/>
                </a:solidFill>
                <a:latin typeface="Calibri"/>
              </a:rPr>
              <a:t>→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053328" y="1316736"/>
            <a:ext cx="2724912" cy="1572768"/>
          </a:xfrm>
          <a:prstGeom prst="rect">
            <a:avLst/>
          </a:prstGeom>
          <a:solidFill>
            <a:srgbClr val="824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181344" y="1408176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03
TRIAGE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181344" y="212140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Gemini 1.5 Pro: classifies type, severity P0-P3, affected zones, guest count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47472" y="3008376"/>
            <a:ext cx="2724912" cy="1572768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5488" y="3099816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04
DISPATCH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75488" y="381304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Firebase RTDB pushes to staff; Maps API routes first responders; 112 auto-alerted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108960" y="363016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A260"/>
                </a:solidFill>
                <a:latin typeface="Calibri"/>
              </a:rPr>
              <a:t>→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200400" y="3008376"/>
            <a:ext cx="2724912" cy="1572768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328416" y="3099816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05
COORDINATE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328416" y="381304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Command dashboard updates live; PA broadcast sent; elevator lockdown triggered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961888" y="363016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07810"/>
                </a:solidFill>
                <a:latin typeface="Calibri"/>
              </a:rPr>
              <a:t>→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053328" y="3008376"/>
            <a:ext cx="2724912" cy="1572768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81344" y="3099816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06
RESOLVE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181344" y="381304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Incident closed; Firestore logs full audit trail; BigQuery analytics refreshed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47472" y="4754880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E53020"/>
                </a:solidFill>
                <a:latin typeface="Calibri"/>
              </a:rPr>
              <a:t>Target: Detection → First Responder on-site in under 60 seconds · 91% reduction in coordination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Rectangle 140"/>
          <p:cNvSpPr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UI Wireframes — Command Dashboard &amp; Staff Mobile App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47472" y="1316736"/>
            <a:ext cx="4133087" cy="3310128"/>
          </a:xfrm>
          <a:prstGeom prst="rect">
            <a:avLst/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47472" y="1316736"/>
            <a:ext cx="4133087" cy="329184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7200" y="1316736"/>
            <a:ext cx="3913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COMMAND DASHBOARD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171907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020"/>
                </a:solidFill>
                <a:latin typeface="Courier New"/>
              </a:rPr>
              <a:t>🔴  INC-004  CRITICAL   Banquet Hall  [ ACTIVE ]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" y="1911095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020"/>
                </a:solidFill>
                <a:latin typeface="Courier New"/>
              </a:rPr>
              <a:t>🔴  INC-001  CRITICAL   Room 412      [ ACTIVE ]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7200" y="210312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7810"/>
                </a:solidFill>
                <a:latin typeface="Courier New"/>
              </a:rPr>
              <a:t>🟡  INC-002  HIGH       Kitchen       [ CONTAINED ]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57200" y="229514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A260"/>
                </a:solidFill>
                <a:latin typeface="Courier New"/>
              </a:rPr>
              <a:t>🟢  INC-003  MEDIUM     Lobby Bar     [ RESOLVED ]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7200" y="2679191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ZONE STATUS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57200" y="2871215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020"/>
                </a:solidFill>
                <a:latin typeface="Courier New"/>
              </a:rPr>
              <a:t>Banquet Hall  ████ CRITICAL · 214 guests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57200" y="3063239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7810"/>
                </a:solidFill>
                <a:latin typeface="Courier New"/>
              </a:rPr>
              <a:t>B-Wing Rooms  ██   ALERT    · 128 guests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57200" y="3255263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7810"/>
                </a:solidFill>
                <a:latin typeface="Courier New"/>
              </a:rPr>
              <a:t>Kitchen       █    WARNING  · 12 guests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57200" y="3447287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A260"/>
                </a:solidFill>
                <a:latin typeface="Courier New"/>
              </a:rPr>
              <a:t>Pool Area     ░    NORMAL   · 22 guests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57200" y="3831335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B8FF"/>
                </a:solidFill>
                <a:latin typeface="Courier New"/>
              </a:rPr>
              <a:t>✦ GEMINI AI RESPONSE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7200" y="402336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PA drafted. Exit A/B/C clear. Eng ETA 12m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57200" y="4215383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Ambulance dispatched. ETA 6 min to Room 412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663440" y="1316736"/>
            <a:ext cx="4133087" cy="3310128"/>
          </a:xfrm>
          <a:prstGeom prst="rect">
            <a:avLst/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663440" y="1316736"/>
            <a:ext cx="4133087" cy="329184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773168" y="1316736"/>
            <a:ext cx="3913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STAFF MOBILE APP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773168" y="1719072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020"/>
                </a:solidFill>
                <a:latin typeface="Courier New"/>
              </a:rPr>
              <a:t>⚡ PUSH ALERT — INC-004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773168" y="1911095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Evacuate Banquet Hall NOW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73168" y="2103120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200+ guests — Your zone: Floor 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773168" y="2487168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B8FF"/>
                </a:solidFill>
                <a:latin typeface="Courier New"/>
              </a:rPr>
              <a:t>ONE-TAP ACTIONS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773168" y="2679191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A260"/>
                </a:solidFill>
                <a:latin typeface="Courier New"/>
              </a:rPr>
              <a:t>✅  Accept Assignment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773168" y="2871215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6AE0"/>
                </a:solidFill>
                <a:latin typeface="Courier New"/>
              </a:rPr>
              <a:t>📍  Navigate to Zone → Maps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773168" y="3063239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7810"/>
                </a:solidFill>
                <a:latin typeface="Courier New"/>
              </a:rPr>
              <a:t>🔔  Escalate to Manager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773168" y="3255263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020"/>
                </a:solidFill>
                <a:latin typeface="Courier New"/>
              </a:rPr>
              <a:t>📞  Call Emergency Services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773168" y="3639312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B8FF"/>
                </a:solidFill>
                <a:latin typeface="Courier New"/>
              </a:rPr>
              <a:t>GUEST SOS VIEW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773168" y="3831335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🆘  Red button → location auto-sent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773168" y="4023360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A260"/>
                </a:solidFill>
                <a:latin typeface="Courier New"/>
              </a:rPr>
              <a:t>Status: Help arriving in 2 minutes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773168" y="4215383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Language: Auto-detected (Tamil)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47472" y="4690872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57A"/>
                </a:solidFill>
                <a:latin typeface="Calibri"/>
              </a:rPr>
              <a:t>Built with Flutter Web · Firebase Hosting · Gemini API · Google Maps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Rectangle 146"/>
          <p:cNvSpPr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mbria"/>
              </a:rPr>
              <a:t>System Architecture — CrisisSync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47472" y="1316736"/>
            <a:ext cx="8449056" cy="73152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47472" y="13898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86AE0"/>
                </a:solidFill>
                <a:latin typeface="Calibri"/>
              </a:rPr>
              <a:t>INPUT LAYER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450592" y="1353312"/>
            <a:ext cx="1170432" cy="274320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487168" y="1353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IoT Sensors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694176" y="1353312"/>
            <a:ext cx="1170432" cy="274320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730752" y="1353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CCTV / Vision AI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937760" y="1353312"/>
            <a:ext cx="1170432" cy="274320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974336" y="1353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Guest SOS App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181344" y="1353312"/>
            <a:ext cx="1170432" cy="274320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217920" y="1353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Staff Mobile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424928" y="1353312"/>
            <a:ext cx="1170432" cy="274320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461504" y="1353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Manual Report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657600" y="1664207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A"/>
                </a:solidFill>
                <a:latin typeface="Courier New"/>
              </a:rPr>
              <a:t>▼  Cloud Pub/Sub · Event Stream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47472" y="2523744"/>
            <a:ext cx="8449056" cy="73152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47472" y="25968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020"/>
                </a:solidFill>
                <a:latin typeface="Calibri"/>
              </a:rPr>
              <a:t>AI PROCESSING — Google Cloud Run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450592" y="2560320"/>
            <a:ext cx="1170432" cy="274320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487168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Gemini 1.5 Pro Triage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694176" y="2560320"/>
            <a:ext cx="1170432" cy="274320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730752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Cloud Vision AI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937760" y="2560320"/>
            <a:ext cx="1170432" cy="274320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974336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Google Maps Routing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181344" y="2560320"/>
            <a:ext cx="1170432" cy="274320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21792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Vertex AI Risk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7424928" y="2560320"/>
            <a:ext cx="1170432" cy="274320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461504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Google TTS/STT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657600" y="2871215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A"/>
                </a:solidFill>
                <a:latin typeface="Courier New"/>
              </a:rPr>
              <a:t>▼  Cloud Pub/Sub · Event Stream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47472" y="3730752"/>
            <a:ext cx="8449056" cy="73152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47472" y="380390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A260"/>
                </a:solidFill>
                <a:latin typeface="Calibri"/>
              </a:rPr>
              <a:t>DATA LAYER — Firebase + BigQuery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450592" y="3767328"/>
            <a:ext cx="1170432" cy="274320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487168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Firebase RTDB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694176" y="3767328"/>
            <a:ext cx="1170432" cy="274320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730752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Cloud Firestore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937760" y="3767328"/>
            <a:ext cx="1170432" cy="274320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974336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BigQuery Analytics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181344" y="3767328"/>
            <a:ext cx="1170432" cy="274320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217920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Cloud Storage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424928" y="3767328"/>
            <a:ext cx="1170432" cy="274320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461504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Memorystore Redis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657600" y="407822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A"/>
                </a:solidFill>
                <a:latin typeface="Courier New"/>
              </a:rPr>
              <a:t>▼  Cloud Pub/Sub · Event Stream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47472" y="4572000"/>
            <a:ext cx="8449056" cy="73152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47472" y="464515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7810"/>
                </a:solidFill>
                <a:latin typeface="Calibri"/>
              </a:rPr>
              <a:t>OUTPUT LAYER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450592" y="4608576"/>
            <a:ext cx="1170432" cy="274320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487168" y="46085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Staff Dispatch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694176" y="4608576"/>
            <a:ext cx="1170432" cy="274320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730752" y="46085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Command Dashboard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937760" y="4608576"/>
            <a:ext cx="1170432" cy="274320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974336" y="46085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Emergency 112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181344" y="4608576"/>
            <a:ext cx="1170432" cy="274320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217920" y="46085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PA Broadcast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424928" y="4608576"/>
            <a:ext cx="1170432" cy="274320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461504" y="46085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Looker Reports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57A"/>
                </a:solidFill>
                <a:latin typeface="Calibri"/>
              </a:rPr>
              <a:t>All layers on Google Cloud · Auto-scaled Cloud Run · 99.9% SLA · &lt;100ms P95 latency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Rectangle 152"/>
          <p:cNvSpPr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mbria"/>
              </a:rPr>
              <a:t>Technology Stack — CrisisSync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47472" y="1316736"/>
            <a:ext cx="2724912" cy="1773936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47472" y="1316736"/>
            <a:ext cx="2724912" cy="329184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38912" y="1353312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mbria"/>
              </a:rPr>
              <a:t>AI &amp; Machine Learning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38912" y="1700784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Gemini 1.5 Pro — Crisis triage, PA drafting, severity classification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38912" y="1920239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Vertex AI — Predictive risk modelling &amp; anomaly detection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38912" y="213969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Cloud Vision AI — CCTV real-time threat &amp; crowd detection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38912" y="2359152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Google TTS / STT — Multilingual PA broadcast &amp; voice SOS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38912" y="257860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Gemini Embeddings — Semantic incident similarity search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38912" y="2798063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Vertex AI Agent Builder — Autonomous response orchestration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200400" y="1316736"/>
            <a:ext cx="2724912" cy="1773936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200400" y="1316736"/>
            <a:ext cx="2724912" cy="329184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291840" y="1353312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mbria"/>
              </a:rPr>
              <a:t>Backend &amp; Cloud Infrastructure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291840" y="1700784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Google Cloud Run — Serverless containerised API (auto-scale to 10K RPS)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291840" y="1920239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Cloud Pub/Sub — Real-time event streaming from all sensor sources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291840" y="213969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Cloud IoT Core — Edge device management for 100s of IoT sensors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291840" y="2359152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Cloud Functions (Gen 2) — Event-driven triggers on incident lifecycle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291840" y="257860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Cloud Armor + reCAPTCHA — DDoS protection &amp; bot mitigation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291840" y="2798063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Cloud Endpoints — API gateway with auth, rate-limiting &amp; monitoring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053328" y="1316736"/>
            <a:ext cx="2724912" cy="1773936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053328" y="1316736"/>
            <a:ext cx="2724912" cy="329184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44768" y="1353312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mbria"/>
              </a:rPr>
              <a:t>Database &amp; Storage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144768" y="1700784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Firebase Realtime Database — Sub-100ms live sync across all staff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144768" y="1920239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Cloud Firestore — Structured incident, staff &amp; audit trail storage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144768" y="213969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BigQuery — Analytics warehouse; post-incident reports &amp; ML training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144768" y="2359152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Cloud Storage — CCTV footage archive + incident media (Nearline)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144768" y="257860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Memorystore (Redis) — Session cache, rate-limit counters, leaderboard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144768" y="2798063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Cloud Spanner — Multi-region ACID DB for enterprise chain deployments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47472" y="3236976"/>
            <a:ext cx="4133087" cy="1719072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47472" y="3236976"/>
            <a:ext cx="4133087" cy="329184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438912" y="3273552"/>
            <a:ext cx="39502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mbria"/>
              </a:rPr>
              <a:t>Frontend &amp; Mobile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38912" y="3621024"/>
            <a:ext cx="39502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Flutter Web &amp; Mobile (iOS/Android) — Single codebase for all clients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38912" y="3840480"/>
            <a:ext cx="39502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Firebase Hosting — Global CDN deployment with SSL auto-provisioning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38912" y="4059935"/>
            <a:ext cx="39502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Firebase Auth — Role-based login (guest / staff / manager / admin)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38912" y="4279392"/>
            <a:ext cx="39502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Google Maps Platform — Live evacuation routing, zone heatmaps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38912" y="4498848"/>
            <a:ext cx="39502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Looker Studio — Real-time KPI dashboard embedded in web app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38912" y="4718304"/>
            <a:ext cx="39502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Progressive Web App (PWA) — Offline-capable staff mobile interface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663440" y="3236976"/>
            <a:ext cx="4133087" cy="1719072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663440" y="3236976"/>
            <a:ext cx="4133087" cy="329184"/>
          </a:xfrm>
          <a:prstGeom prst="rect">
            <a:avLst/>
          </a:prstGeom>
          <a:solidFill>
            <a:srgbClr val="824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754879" y="3273552"/>
            <a:ext cx="39502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mbria"/>
              </a:rPr>
              <a:t>DevOps, Security &amp; Observability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754879" y="3621024"/>
            <a:ext cx="39502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GitHub Actions — CI/CD: lint → test → build → deploy on every PR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754879" y="3840480"/>
            <a:ext cx="39502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Cloud Build + Artifact Registry — Container build, test &amp; storage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754879" y="4059935"/>
            <a:ext cx="39502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Cloud IAM — Fine-grained RBAC across all Google Cloud services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754879" y="4279392"/>
            <a:ext cx="39502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Firebase Security Rules — Per-user, per-role Firestore/RTDB access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754879" y="4498848"/>
            <a:ext cx="39502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Cloud Monitoring + Cloud Logging — Full observability &amp; alerting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754879" y="4718304"/>
            <a:ext cx="39502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A"/>
                </a:solidFill>
                <a:latin typeface="Calibri"/>
              </a:rPr>
              <a:t>▸ Secret Manager — Secure API key &amp; credentials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Rectangle 158"/>
          <p:cNvSpPr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Estimated Implementation Cost — 300-Room Hotel (Monthly)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47472" y="1316736"/>
            <a:ext cx="8449056" cy="310896"/>
          </a:xfrm>
          <a:prstGeom prst="rect">
            <a:avLst/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65760" y="131673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041648" y="131673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Cost/Month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431536" y="1316736"/>
            <a:ext cx="3346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47472" y="1664208"/>
            <a:ext cx="8449056" cy="24688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47472" y="1664208"/>
            <a:ext cx="64008" cy="246888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57200" y="1691640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Google Cloud Run (API backend)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041648" y="16916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86AE0"/>
                </a:solidFill>
                <a:latin typeface="Calibri"/>
              </a:rPr>
              <a:t>~₹3,200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449824" y="1691640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A"/>
                </a:solidFill>
                <a:latin typeface="Calibri"/>
              </a:rPr>
              <a:t>Pay-per-request · scales to zero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47472" y="1929384"/>
            <a:ext cx="8449056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47472" y="1929384"/>
            <a:ext cx="64008" cy="246888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1956815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Gemini 1.5 Pro API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041648" y="1956815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53020"/>
                </a:solidFill>
                <a:latin typeface="Calibri"/>
              </a:rPr>
              <a:t>~₹4,800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449824" y="1956815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A"/>
                </a:solidFill>
                <a:latin typeface="Calibri"/>
              </a:rPr>
              <a:t>~5,000 triage + PA calls/month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47472" y="2194560"/>
            <a:ext cx="8449056" cy="24688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47472" y="2194560"/>
            <a:ext cx="64008" cy="246888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7200" y="2221991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Firebase RTDB + Firestore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041648" y="2221991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A260"/>
                </a:solidFill>
                <a:latin typeface="Calibri"/>
              </a:rPr>
              <a:t>~₹2,000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449824" y="2221991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A"/>
                </a:solidFill>
                <a:latin typeface="Calibri"/>
              </a:rPr>
              <a:t>Blaze plan · ~50GB transfers/month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47472" y="2459736"/>
            <a:ext cx="8449056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47472" y="2459736"/>
            <a:ext cx="64008" cy="246888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57200" y="248716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Cloud Pub/Sub (IoT streaming)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041648" y="24871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7810"/>
                </a:solidFill>
                <a:latin typeface="Calibri"/>
              </a:rPr>
              <a:t>~₹800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49824" y="2487168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A"/>
                </a:solidFill>
                <a:latin typeface="Calibri"/>
              </a:rPr>
              <a:t>~10M sensor messages/month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47472" y="2724912"/>
            <a:ext cx="8449056" cy="24688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47472" y="2724912"/>
            <a:ext cx="64008" cy="246888"/>
          </a:xfrm>
          <a:prstGeom prst="rect">
            <a:avLst/>
          </a:prstGeom>
          <a:solidFill>
            <a:srgbClr val="824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57200" y="2752344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BigQuery Analytics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041648" y="27523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242D8"/>
                </a:solidFill>
                <a:latin typeface="Calibri"/>
              </a:rPr>
              <a:t>~₹400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449824" y="2752344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A"/>
                </a:solidFill>
                <a:latin typeface="Calibri"/>
              </a:rPr>
              <a:t>~500GB on-demand queries/month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7472" y="2990088"/>
            <a:ext cx="8449056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47472" y="2990088"/>
            <a:ext cx="64008" cy="246888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57200" y="3017520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Google Maps Platform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041648" y="30175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86AE0"/>
                </a:solidFill>
                <a:latin typeface="Calibri"/>
              </a:rPr>
              <a:t>~₹2,400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449824" y="3017520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A"/>
                </a:solidFill>
                <a:latin typeface="Calibri"/>
              </a:rPr>
              <a:t>Dynamic maps + Directions API calls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47472" y="3255263"/>
            <a:ext cx="8449056" cy="24688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347472" y="3255263"/>
            <a:ext cx="64008" cy="246888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57200" y="3282695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Cloud Vision AI (CCTV analysis)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041648" y="3282695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53020"/>
                </a:solidFill>
                <a:latin typeface="Calibri"/>
              </a:rPr>
              <a:t>~₹3,600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449824" y="3282695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A"/>
                </a:solidFill>
                <a:latin typeface="Calibri"/>
              </a:rPr>
              <a:t>30 cameras × 10h/day analysis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47472" y="3520439"/>
            <a:ext cx="8449056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347472" y="3520439"/>
            <a:ext cx="64008" cy="246888"/>
          </a:xfrm>
          <a:prstGeom prst="rect">
            <a:avLst/>
          </a:prstGeom>
          <a:solidFill>
            <a:srgbClr val="824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57200" y="3547871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Vertex AI (risk modelling)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041648" y="3547871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242D8"/>
                </a:solidFill>
                <a:latin typeface="Calibri"/>
              </a:rPr>
              <a:t>~₹1,800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449824" y="3547871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A"/>
                </a:solidFill>
                <a:latin typeface="Calibri"/>
              </a:rPr>
              <a:t>Batch prediction jobs, nightly runs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47472" y="3785615"/>
            <a:ext cx="8449056" cy="246888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47472" y="3785615"/>
            <a:ext cx="64008" cy="246888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57200" y="381304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Cloud Storage (CCTV archive)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041648" y="38130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A260"/>
                </a:solidFill>
                <a:latin typeface="Calibri"/>
              </a:rPr>
              <a:t>~₹1,200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449824" y="3813048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A"/>
                </a:solidFill>
                <a:latin typeface="Calibri"/>
              </a:rPr>
              <a:t>~2TB footage at Nearline pricing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47472" y="4050791"/>
            <a:ext cx="8449056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47472" y="4050791"/>
            <a:ext cx="64008" cy="246888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57200" y="4078224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A"/>
                </a:solidFill>
                <a:latin typeface="Calibri"/>
              </a:rPr>
              <a:t>DevOps (Build + Monitoring)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041648" y="407822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55657A"/>
                </a:solidFill>
                <a:latin typeface="Calibri"/>
              </a:rPr>
              <a:t>~₹800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449824" y="4078224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A"/>
                </a:solidFill>
                <a:latin typeface="Calibri"/>
              </a:rPr>
              <a:t>Cloud Build + Monitoring + Logging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47472" y="4315968"/>
            <a:ext cx="8449056" cy="310896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457200" y="4315968"/>
            <a:ext cx="3547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041648" y="43159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0FFB0"/>
                </a:solidFill>
                <a:latin typeface="Calibri"/>
              </a:rPr>
              <a:t>~₹21,000–24,000 /mo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449824" y="4315968"/>
            <a:ext cx="3328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0D8FF"/>
                </a:solidFill>
                <a:latin typeface="Calibri"/>
              </a:rPr>
              <a:t>~₹2.5L/yr · Google for Startups credits available · ROI break-even in 3 months vs manual coordination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Rectangle 164"/>
          <p:cNvSpPr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MVP Snapshots — CrisisSync Live Prototype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47472" y="1316736"/>
            <a:ext cx="4133087" cy="1737360"/>
          </a:xfrm>
          <a:prstGeom prst="rect">
            <a:avLst/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47472" y="1316736"/>
            <a:ext cx="4133087" cy="292608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38912" y="1353312"/>
            <a:ext cx="39502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ourier New"/>
              </a:rPr>
              <a:t>DASHBOARD — LIVE INCIDENTS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57200" y="1664207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020"/>
                </a:solidFill>
                <a:latin typeface="Courier New"/>
              </a:rPr>
              <a:t>🔴  INC-004  CRITICAL  Banquet Hall  [ ACTIVE ]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1920239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020"/>
                </a:solidFill>
                <a:latin typeface="Courier New"/>
              </a:rPr>
              <a:t>🔴  INC-001  CRITICAL  Room 412      [ ACTIVE ]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7200" y="2176272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7810"/>
                </a:solidFill>
                <a:latin typeface="Courier New"/>
              </a:rPr>
              <a:t>🟡  INC-002  HIGH      Kitchen    [ CONTAINED ]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2432304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A260"/>
                </a:solidFill>
                <a:latin typeface="Courier New"/>
              </a:rPr>
              <a:t>🟢  INC-003  RESOLVED  Lobby Bar             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57200" y="2688336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B8FF"/>
                </a:solidFill>
                <a:latin typeface="Courier New"/>
              </a:rPr>
              <a:t>Gemini: PA broadcast live · Eng ETA 12m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663440" y="1316736"/>
            <a:ext cx="4133087" cy="1737360"/>
          </a:xfrm>
          <a:prstGeom prst="rect">
            <a:avLst/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663440" y="1316736"/>
            <a:ext cx="4133087" cy="292608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754879" y="1353312"/>
            <a:ext cx="39502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ourier New"/>
              </a:rPr>
              <a:t>ZONE STATUS + STAFF MAP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773168" y="1664207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020"/>
                </a:solidFill>
                <a:latin typeface="Courier New"/>
              </a:rPr>
              <a:t>Banquet Hall  ██████ CRITICAL  214 guests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773168" y="1920239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7810"/>
                </a:solidFill>
                <a:latin typeface="Courier New"/>
              </a:rPr>
              <a:t>B-Wing Rooms  ████   ALERT     128 guests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773168" y="2176272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7810"/>
                </a:solidFill>
                <a:latin typeface="Courier New"/>
              </a:rPr>
              <a:t>Kitchen       ██     WARNING    12 guests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773168" y="2432304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A260"/>
                </a:solidFill>
                <a:latin typeface="Courier New"/>
              </a:rPr>
              <a:t>Pool Area     ░░     NORMAL     22 guests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773168" y="2688336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B8FF"/>
                </a:solidFill>
                <a:latin typeface="Courier New"/>
              </a:rPr>
              <a:t>Staff: 6 deployed · 2 available · 2 standby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347472" y="3145536"/>
            <a:ext cx="4133087" cy="1737360"/>
          </a:xfrm>
          <a:prstGeom prst="rect">
            <a:avLst/>
          </a:prstGeom>
          <a:solidFill>
            <a:srgbClr val="08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47472" y="3145536"/>
            <a:ext cx="4133087" cy="292608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38912" y="3182112"/>
            <a:ext cx="39502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ourier New"/>
              </a:rPr>
              <a:t>GEMINI AI COMMAND CENTER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57200" y="3493008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B8FF"/>
                </a:solidFill>
                <a:latin typeface="Courier New"/>
              </a:rPr>
              <a:t>✦ INC-004 classified P0. Immediate action.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57200" y="3749039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PA: 'Please evacuate Banquet Hall calmly.'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57200" y="4005072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A260"/>
                </a:solidFill>
                <a:latin typeface="Courier New"/>
              </a:rPr>
              <a:t>Exit routes: Stairwells A, B, C clear.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57200" y="4261104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Structural engineer ETA: 12 minutes.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57200" y="4517136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Assembly: North Parking · Elevator: locked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663440" y="3145536"/>
            <a:ext cx="4133087" cy="1737360"/>
          </a:xfrm>
          <a:prstGeom prst="rect">
            <a:avLst/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663440" y="3145536"/>
            <a:ext cx="4133087" cy="292608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754879" y="3182112"/>
            <a:ext cx="39502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ourier New"/>
              </a:rPr>
              <a:t>STAFF DISPATCH PANEL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773168" y="3493008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A260"/>
                </a:solidFill>
                <a:latin typeface="Courier New"/>
              </a:rPr>
              <a:t>Guard Aryan K.   🟢 AVAILABLE → Assigned INC-004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773168" y="3749039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A260"/>
                </a:solidFill>
                <a:latin typeface="Courier New"/>
              </a:rPr>
              <a:t>Nurse Divya P.   🟢 AVAILABLE → Assigned INC-004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773168" y="4005072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020"/>
                </a:solidFill>
                <a:latin typeface="Courier New"/>
              </a:rPr>
              <a:t>Guard Rajan      🔴 BUSY — Floor 4 / INC-001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773168" y="4261104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020"/>
                </a:solidFill>
                <a:latin typeface="Courier New"/>
              </a:rPr>
              <a:t>Dr. Meera R.     🔴 BUSY — Room 412 / INC-001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773168" y="4517136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7810"/>
                </a:solidFill>
                <a:latin typeface="Courier New"/>
              </a:rPr>
              <a:t>Manager Sunita   🟡 STANDBY — Lobby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47472" y="4919472"/>
            <a:ext cx="8449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57A"/>
                </a:solidFill>
                <a:latin typeface="Calibri"/>
              </a:rPr>
              <a:t>Live at: crisissync.web.app · Flutter Web + Firebase + Gemini API · Google Cloud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Rectangle 170"/>
          <p:cNvSpPr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mbria"/>
              </a:rPr>
              <a:t>Future Development Roadmap &amp; Impact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47472" y="1316736"/>
            <a:ext cx="4133087" cy="1682496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47472" y="1316736"/>
            <a:ext cx="4133087" cy="329184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57200" y="1353312"/>
            <a:ext cx="3913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mbria"/>
              </a:rPr>
              <a:t>Phase 1 — MVP (Now)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75488" y="1719072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A260"/>
                </a:solidFill>
                <a:latin typeface="Calibri"/>
              </a:rPr>
              <a:t>✅ Flutter Web command dashboard live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75488" y="1965960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A260"/>
                </a:solidFill>
                <a:latin typeface="Calibri"/>
              </a:rPr>
              <a:t>✅ Firebase RTDB real-time incident sync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75488" y="2212848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A260"/>
                </a:solidFill>
                <a:latin typeface="Calibri"/>
              </a:rPr>
              <a:t>✅ Gemini AI triage + PA auto-draft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75488" y="2459736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A260"/>
                </a:solidFill>
                <a:latin typeface="Calibri"/>
              </a:rPr>
              <a:t>✅ Staff dispatch + zone status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75488" y="2706624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A260"/>
                </a:solidFill>
                <a:latin typeface="Calibri"/>
              </a:rPr>
              <a:t>✅ Cloud Run backend deployed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663440" y="1316736"/>
            <a:ext cx="4133087" cy="1682496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663440" y="1316736"/>
            <a:ext cx="4133087" cy="329184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773168" y="1353312"/>
            <a:ext cx="3913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mbria"/>
              </a:rPr>
              <a:t>Phase 2 — Q3 2025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791455" y="1719072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Native iOS + Android Flutter app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791455" y="1965960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IoT sensor SDK (smoke/AED/flood)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791455" y="2212848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Google Maps evacuation routing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791455" y="2459736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112 / emergency services API bridge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791455" y="2706624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12-language TTS PA broadcast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47472" y="3090672"/>
            <a:ext cx="4133087" cy="1682496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47472" y="3090672"/>
            <a:ext cx="4133087" cy="329184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57200" y="3127248"/>
            <a:ext cx="3913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mbria"/>
              </a:rPr>
              <a:t>Phase 3 — Q4 2025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75488" y="3493008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Vertex AI predictive risk scoring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75488" y="3739896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CCTV Cloud Vision AI integration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75488" y="3986783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BigQuery + Looker Studio analytics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75488" y="4233672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Multi-property hotel chain support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75488" y="4480560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SLA-backed enterprise tier launch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4663440" y="3090672"/>
            <a:ext cx="4133087" cy="1682496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663440" y="3090672"/>
            <a:ext cx="4133087" cy="329184"/>
          </a:xfrm>
          <a:prstGeom prst="rect">
            <a:avLst/>
          </a:prstGeom>
          <a:solidFill>
            <a:srgbClr val="824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773168" y="3127248"/>
            <a:ext cx="3913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mbria"/>
              </a:rPr>
              <a:t>Phase 4 — 2026+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791455" y="3493008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AR evacuation guidance (Android XR)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791455" y="3739896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Wearable staff SOS device SDK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791455" y="3986783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Federated ML cross-venue risk models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791455" y="4233672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Airport / hospital / stadium rollout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791455" y="4480560"/>
            <a:ext cx="3858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→ Insurance &amp; compliance API partnerships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47472" y="4773168"/>
            <a:ext cx="2048256" cy="347472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20624" y="477316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&lt;60s  Detection→Response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523744" y="4773168"/>
            <a:ext cx="2048256" cy="347472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596896" y="477316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91%  Fewer Coord. Errors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700016" y="4773168"/>
            <a:ext cx="2048256" cy="347472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773168" y="477316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10K+  Hotels Addressable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876288" y="4773168"/>
            <a:ext cx="2048256" cy="347472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949440" y="477316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₹2Cr  ARR Potential Yr2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Rectangle 176"/>
          <p:cNvSpPr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47472" y="777240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mbria"/>
              </a:rPr>
              <a:t>Project Links &amp; Resources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47472" y="1316736"/>
            <a:ext cx="8449056" cy="530352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47472" y="1316736"/>
            <a:ext cx="73152" cy="530352"/>
          </a:xfrm>
          <a:prstGeom prst="rect">
            <a:avLst/>
          </a:prstGeom>
          <a:solidFill>
            <a:srgbClr val="18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530352" y="1362456"/>
            <a:ext cx="2304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6AE0"/>
                </a:solidFill>
                <a:latin typeface="Cambria"/>
              </a:rPr>
              <a:t>GitHub Repository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30352" y="1591056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Courier New"/>
              </a:rPr>
              <a:t>https://github.com/hrithikas/crisissync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944368" y="1408176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Full source — Flutter Web + Cloud Run backend + Firebase + Terraform IaC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47472" y="1901952"/>
            <a:ext cx="844905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347472" y="1901952"/>
            <a:ext cx="73152" cy="530352"/>
          </a:xfrm>
          <a:prstGeom prst="rect">
            <a:avLst/>
          </a:prstGeom>
          <a:solidFill>
            <a:srgbClr val="E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30352" y="1947672"/>
            <a:ext cx="2304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020"/>
                </a:solidFill>
                <a:latin typeface="Cambria"/>
              </a:rPr>
              <a:t>Live MVP Prototype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30352" y="2176272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Courier New"/>
              </a:rPr>
              <a:t>https://crisissync.web.app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944368" y="1993392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No login required · live demo with mock incident data · Cloud Run + Firebase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47472" y="2487168"/>
            <a:ext cx="8449056" cy="530352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47472" y="2487168"/>
            <a:ext cx="73152" cy="530352"/>
          </a:xfrm>
          <a:prstGeom prst="rect">
            <a:avLst/>
          </a:prstGeom>
          <a:solidFill>
            <a:srgbClr val="1AA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530352" y="2532887"/>
            <a:ext cx="2304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A260"/>
                </a:solidFill>
                <a:latin typeface="Cambria"/>
              </a:rPr>
              <a:t>Demo Video (3 min)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30352" y="2761487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Courier New"/>
              </a:rPr>
              <a:t>https://youtu.be/crisissync-demo-2026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944368" y="2578608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Full walkthrough: SOS → Gemini triage → staff dispatch → resolution → analytics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47472" y="3072384"/>
            <a:ext cx="844905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347472" y="3072384"/>
            <a:ext cx="73152" cy="530352"/>
          </a:xfrm>
          <a:prstGeom prst="rect">
            <a:avLst/>
          </a:prstGeom>
          <a:solidFill>
            <a:srgbClr val="824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30352" y="3118103"/>
            <a:ext cx="2304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242D8"/>
                </a:solidFill>
                <a:latin typeface="Cambria"/>
              </a:rPr>
              <a:t>Gemini AI Integration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30352" y="3346703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Courier New"/>
              </a:rPr>
              <a:t>https://github.com/hrithikas/crisissync/tree/main/ai/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944368" y="3163824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Prompt engineering + Gemini 1.5 Pro triage engine source code + evaluation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347472" y="3657600"/>
            <a:ext cx="8449056" cy="530352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347472" y="3657600"/>
            <a:ext cx="73152" cy="530352"/>
          </a:xfrm>
          <a:prstGeom prst="rect">
            <a:avLst/>
          </a:prstGeom>
          <a:solidFill>
            <a:srgbClr val="E07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30352" y="3703320"/>
            <a:ext cx="2304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810"/>
                </a:solidFill>
                <a:latin typeface="Cambria"/>
              </a:rPr>
              <a:t>Architecture Diagram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30352" y="3931920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Courier New"/>
              </a:rPr>
              <a:t>https://github.com/hrithikas/crisissync/blob/main/docs/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944368" y="3749039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Full system design, data-flow diagram, API contracts &amp; security model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347472" y="4242816"/>
            <a:ext cx="844905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347472" y="4242816"/>
            <a:ext cx="73152" cy="530352"/>
          </a:xfrm>
          <a:prstGeom prst="rect">
            <a:avLst/>
          </a:prstGeom>
          <a:solidFill>
            <a:srgbClr val="0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30352" y="4288536"/>
            <a:ext cx="2304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2B6E"/>
                </a:solidFill>
                <a:latin typeface="Cambria"/>
              </a:rPr>
              <a:t>Cloud Deploy Guide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30352" y="4517136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Courier New"/>
              </a:rPr>
              <a:t>https://github.com/hrithikas/crisissync/blob/main/infra/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944368" y="4334256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A2A"/>
                </a:solidFill>
                <a:latin typeface="Calibri"/>
              </a:rPr>
              <a:t>Terraform IaC + Cloud Run deploy + Firebase config + GitHub Actions CI/CD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47472" y="4956048"/>
            <a:ext cx="8449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A"/>
                </a:solidFill>
                <a:latin typeface="Calibri"/>
              </a:rPr>
              <a:t>Contact: hrithika.s@ssn.edu.in · SSN College of Engineering, Chennai · B.Tech IT Year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